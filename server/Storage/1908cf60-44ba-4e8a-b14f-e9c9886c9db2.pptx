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FPGA Implementation of QPSK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 Presentation</a:t>
            </a:r>
          </a:p>
          <a:p>
            <a:r>
              <a:t>Department of Space, ISRO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Modulation is the process of varying one or more properties of a carrier signal with respect to a data signal.</a:t>
            </a:r>
          </a:p>
          <a:p>
            <a:pPr>
              <a:defRPr sz="1800"/>
            </a:pPr>
            <a:r>
              <a:t>Purpose: Enables efficient transmission of information over long distances.</a:t>
            </a:r>
          </a:p>
          <a:p>
            <a:pPr>
              <a:defRPr sz="1800"/>
            </a:pPr>
            <a:r>
              <a:t>Types: Analog (AM, FM, PM) and Digital (ASK, FSK, PSK, QAM).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Demodulation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Retrieves the original information signal from a modulated carrier wave.</a:t>
            </a:r>
          </a:p>
          <a:p>
            <a:pPr>
              <a:defRPr sz="1800"/>
            </a:pPr>
            <a:r>
              <a:t>Techniques: Coherent (with synchronization) and Non-coherent (without synchronization).</a:t>
            </a:r>
          </a:p>
          <a:p>
            <a:pPr>
              <a:defRPr sz="1800"/>
            </a:pPr>
            <a:r>
              <a:t>Challenges: Noise, carrier recovery, symbol timing synchronization.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QPSK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QPSK (Quadrature Phase Shift Keying): Conveys 2 bits per symbol by shifting the phase of the carrier.</a:t>
            </a:r>
          </a:p>
          <a:p>
            <a:pPr>
              <a:defRPr sz="1800"/>
            </a:pPr>
            <a:r>
              <a:t>Constellation Diagram: 4 points spaced 90° apart for bit pairs 00, 01, 10, and 11.</a:t>
            </a:r>
          </a:p>
          <a:p>
            <a:pPr>
              <a:defRPr sz="1800"/>
            </a:pPr>
            <a:r>
              <a:t>Benefit: Doubles the data rate compared to BPSK using same bandwidth.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QPSK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Spectral Efficiency: Efficient use of bandwidth with 2 bits per symbol.</a:t>
            </a:r>
          </a:p>
          <a:p>
            <a:pPr>
              <a:defRPr sz="1800"/>
            </a:pPr>
            <a:r>
              <a:t>Power Efficiency: Constant envelope signals suitable for RF power amplifiers.</a:t>
            </a:r>
          </a:p>
          <a:p>
            <a:pPr>
              <a:defRPr sz="1800"/>
            </a:pPr>
            <a:r>
              <a:t>Robustness: Performs well in AWGN channels; widely used in satellite and mobile communications.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FPGA Implementation –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FPGA Components: LUTs, Flip-flops, DSP slices, Block RAM.</a:t>
            </a:r>
          </a:p>
          <a:p>
            <a:pPr>
              <a:defRPr sz="1800"/>
            </a:pPr>
            <a:r>
              <a:t>Modulator Block: Bit-to-symbol mapper, phase accumulator, sine/cosine LUTs.</a:t>
            </a:r>
          </a:p>
          <a:p>
            <a:pPr>
              <a:defRPr sz="1800"/>
            </a:pPr>
            <a:r>
              <a:t>Interfaces: AXI4-Stream for high-speed data transfer.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FPGA Implementation – Design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HDL Coding: Verilog or VHDL modules for modulation/demodulation.</a:t>
            </a:r>
          </a:p>
          <a:p>
            <a:pPr>
              <a:defRPr sz="1800"/>
            </a:pPr>
            <a:r>
              <a:t>Simulation: Functional and timing verification using testbenches.</a:t>
            </a:r>
          </a:p>
          <a:p>
            <a:pPr>
              <a:defRPr sz="1800"/>
            </a:pPr>
            <a:r>
              <a:t>Synthesis &amp; Implementation: Place-and-route, followed by bitstream generation.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RFSoC Integration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RFSoC: Combines FPGA, high-speed ADC/DAC, and ARM processors.</a:t>
            </a:r>
          </a:p>
          <a:p>
            <a:pPr>
              <a:defRPr sz="1800"/>
            </a:pPr>
            <a:r>
              <a:t>Advantages: Reduces component count, latency, and power consumption.</a:t>
            </a:r>
          </a:p>
          <a:p>
            <a:pPr>
              <a:defRPr sz="1800"/>
            </a:pPr>
            <a:r>
              <a:t>Use Case: Ideal for direct RF sampling of QPSK signals.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RFSoC 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QPSK Modulator in logic; DAC directly outputs RF signal.</a:t>
            </a:r>
          </a:p>
          <a:p>
            <a:pPr>
              <a:defRPr sz="1800"/>
            </a:pPr>
            <a:r>
              <a:t>ADC receives and demodulates incoming signals.</a:t>
            </a:r>
          </a:p>
          <a:p>
            <a:pPr>
              <a:defRPr sz="1800"/>
            </a:pPr>
            <a:r>
              <a:t>Resources Used: DSP slices, BRAM, PLLs, JESD204B, DMA cores.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FPGA-based QPSK offers efficient, real-time communication for space systems.</a:t>
            </a:r>
          </a:p>
          <a:p>
            <a:pPr>
              <a:defRPr sz="1800"/>
            </a:pPr>
            <a:r>
              <a:t>RFSoC integration enables compact and low-power implementation.</a:t>
            </a:r>
          </a:p>
          <a:p>
            <a:pPr>
              <a:defRPr sz="1800"/>
            </a:pPr>
            <a:r>
              <a:t>Future Work: Optimization and satellite telemetry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